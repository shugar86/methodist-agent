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{{LECTURE_TITLE}}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{{SUBJECT_NAME}}</a:t>
            </a:r>
          </a:p>
          <a:p>
            <a:r>
              <a:t>{{AUTHOR}}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{{SLIDE_1_TITLE}}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{{SLIDE_1_CONTENT}}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{{SLIDE_2_TITLE}}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{{SLIDE_2_CONTENT}}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{{SLIDE_3_TITLE}}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{{SLIDE_3_CONTENT}}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Спасибо за внимание!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